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13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7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8961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SMARTBUS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SmartBus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 Boarding, Distance-Based Fares, and a Digital Wallet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Nepal's Public Buses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FINAL PRESENTATION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7325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989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598932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7325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54680" y="5989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598932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7325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5989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Payments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Nepal's buses still run on cash and guesswork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 has tried to fix this before: Sajha Yatayat's smart travel cards launched in 2017 on 10 buses, and similar card systems ran in Pokhara and Bharatpur — all saw adoption stay 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EF0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“penny war”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conductors earn a cut of the fares they collect, so buses race each other for passengers — a documented cause of unsafe driving on Kathmandu's roads.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FEF0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nobody can verify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8346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seniors and people with disabilities are legally entitled to discounted fares, but checking physical ID on a crowded bus creates constant disputes.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EF0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53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was collected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are undocumented cash handed to a conductor — operators can't audit route revenue or resolve a dispute after the fact.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434840"/>
            <a:ext cx="502920" cy="502920"/>
          </a:xfrm>
          <a:prstGeom prst="ellipse">
            <a:avLst/>
          </a:prstGeom>
          <a:solidFill>
            <a:srgbClr val="FEF0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453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cards that didn't stick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Sajha, Pokhara and Bharatpur all piloted rechargeable travel cards; recharge friction and no government mandate left most riders back on cash.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SmartBus, in one 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SmartBus is a fare-collection app that replaces the cash-and-guesswork loop above with the one thing every rider already has — their face.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6656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6756" y="21945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7675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76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319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recognized at the door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08376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11296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1396" y="21945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1139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176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319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tracked automatically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843016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45936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6036" y="21945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4603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76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&amp; Pay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3319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auto-calculated, wallet charged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77656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80576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980676" y="21945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98067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76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3319272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logged for driver &amp; admin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F274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“smart”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cards or cash — the passenger's face is the ticket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computed live from distance actually travelled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credit fallback, and real eSewa top-up, all in one app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Passenger, Driver and Super Admin roles with real access control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apps, one shared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48840"/>
            <a:ext cx="822960" cy="82296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98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Portal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 face + password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wallet balance &amp; history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instantly via eSewa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92140" y="2148840"/>
            <a:ext cx="822960" cy="822960"/>
          </a:xfrm>
          <a:prstGeom prst="ellipse">
            <a:avLst/>
          </a:prstGeom>
          <a:solidFill>
            <a:srgbClr val="EAF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921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198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Dashboard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/ exit passengers by face scan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new passengers on the bus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bus movement &amp; sees today's revenue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86900" y="2148840"/>
            <a:ext cx="822960" cy="822960"/>
          </a:xfrm>
          <a:prstGeom prst="ellipse">
            <a:avLst/>
          </a:prstGeom>
          <a:solidFill>
            <a:srgbClr val="FFF7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869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98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App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6576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remove driver accounts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passenger passwords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&amp; all-time revenue across buses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apps read and write the same passengers.json, drivers.json and transactions.json — kept consistent with atomic writes (see Slide 10).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RIDE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Boarding to payment,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Scan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detects the passenger's face and matches it against the trained LBPH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Identified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420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ID is looked up in passengers.json; name, type and discount are pulled and the passenger is marked onboard with entry distance recorded.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Travels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5420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dashboard advances distance (simulated in 0.5 / 1 km steps) while the passenger is onboard.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Scan &amp; Fare Calc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994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scan detects exit. Fare = max(distance × Rs.5/km, Rs.20 minimum), minus the passenger's discount.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023360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5994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is charged if balance allows (Rs.20 minimum reserve enforced); otherwise the ride is logged on credit as a negative balance.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023360"/>
            <a:ext cx="457200" cy="457200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58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5994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appended to transactions.json and the driver's revenue total is updated for the Super Admin view.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runs inside a single Tkinter session shared by the driver and passenger views — no separate backend service required.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rider gets recognized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(haarcascade_frontalface_default.xml) detects the face region in each frame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OpenCV's LBPH recognizer matches the detected face against faces trained from registered photos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threshold (&lt; 70) decides “known passenger” vs. “unknown”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registrations retrain the model on the spot, so a passenger can ride minutes after signing 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920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F2747"/>
          </a:solidFill>
          <a:ln/>
        </p:spPr>
      </p:sp>
      <p:sp>
        <p:nvSpPr>
          <p:cNvPr id="10" name="Shape 8"/>
          <p:cNvSpPr/>
          <p:nvPr/>
        </p:nvSpPr>
        <p:spPr>
          <a:xfrm>
            <a:off x="6573520" y="20116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73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93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In-App Registration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7352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passenger's face is captured live through the same OpenCV camera feed used for boarding</a:t>
            </a:r>
            <a:endParaRPr lang="en-US" sz="12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ID auto-assigns, alongside name, passenger type, login ID and password</a:t>
            </a:r>
            <a:endParaRPr lang="en-US" sz="12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type sets the fare discount automatically — 45% off for students, 50% off for elder citizens</a:t>
            </a:r>
            <a:endParaRPr lang="en-US" sz="12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LBPH model retrains immediately after registration, with no separate admin step required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visual language, three apps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0512"/>
            <a:ext cx="411480" cy="4114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99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92224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/ Role Picker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49424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hero screen offers three ways in — Driver Login, Passenger Login, or New Registration — so a single shared kiosk screen serves every role.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810512"/>
            <a:ext cx="411480" cy="4114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456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🚍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1792224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Login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249424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two-field card (username + password) with inline red error text on a failed attempt — no page reload, just a label swap.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810512"/>
            <a:ext cx="411480" cy="4114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99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1792224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Registration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249424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Auto-assigns a Passenger ID, then collects name, passenger type, login ID and password alongside a live face capture.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64992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29584"/>
            <a:ext cx="411480" cy="4114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99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51129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Login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968496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ID and password take a rider straight into their own wallet dashboard — balance, history and top-up in one view.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364992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529584"/>
            <a:ext cx="411480" cy="4114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44568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990" dirty="0"/>
          </a:p>
        </p:txBody>
      </p:sp>
      <p:sp>
        <p:nvSpPr>
          <p:cNvPr id="27" name="Text 25"/>
          <p:cNvSpPr txBox="1"/>
          <p:nvPr/>
        </p:nvSpPr>
        <p:spPr>
          <a:xfrm>
            <a:off x="5056632" y="351129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Dashboard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3968496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top bar tracks bus ID and running revenue at a glance, above large tap-friendly Board/Exit actions sized for a moving bus.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364992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3529584"/>
            <a:ext cx="411480" cy="41148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990" dirty="0"/>
          </a:p>
        </p:txBody>
      </p:sp>
      <p:sp>
        <p:nvSpPr>
          <p:cNvPr id="32" name="Text 30"/>
          <p:cNvSpPr txBox="1"/>
          <p:nvPr/>
        </p:nvSpPr>
        <p:spPr>
          <a:xfrm>
            <a:off x="8851392" y="351129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Dashboard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3968496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Password-gated entry into driver management, password resets and a one-click revenue refresh — the same navy-and-white language as the rider apps.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56632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F274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" y="519379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blue-grey canvas, white cards, Segoe UI throughout — the same system this deck borrows its palette from</a:t>
            </a:r>
            <a:endParaRPr lang="en-US" sz="1100" dirty="0"/>
          </a:p>
          <a:p>
            <a:pPr marL="203200" indent="-2032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for headers, blue for actions, green for success, red for errors — consistent across all three apps</a:t>
            </a:r>
            <a:endParaRPr lang="en-US" sz="1100" dirty="0"/>
          </a:p>
          <a:p>
            <a:pPr marL="203200" indent="-2032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screen leads with a large balance figure and a persistent low-balance reminder, so fare rules stay visible without extra taps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&amp; WALLET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much, and who pays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FORMULA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max(distance × Rs. 5/km, Rs. 20)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max(base − (base × discount%), Rs. 20)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Rs. 20 minimum applies even after distance or discount would price the ride lower — covers the smallest hops.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901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EXIT, TWO OUTCOMES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covers fare + Rs. 20 reserve  →  </a:t>
            </a: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instantly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too low  →  </a:t>
            </a: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blocked, prompted to top up via eSewa first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driver-side “credit” override exists for edge cases — it records the fare as negative wallet balance / debt instead of turning the passenger away.)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2057400"/>
          </a:xfrm>
          <a:prstGeom prst="roundRect">
            <a:avLst>
              <a:gd name="adj" fmla="val 4444"/>
            </a:avLst>
          </a:prstGeom>
          <a:solidFill>
            <a:srgbClr val="0F274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33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payment-safety fix worth calling out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builds let a passenger's “quick top-up” button mint free wallet credit — now every top-up is a real eSewa payment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stays available as a payment choice even when the wallet alone could already cover the fare</a:t>
            </a:r>
            <a:endParaRPr lang="en-US" sz="125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credit-payment exit path no longer passes a stray argument into finish_exit() — that call now completes cleanly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eSewa ePay v2 integration (sandbox)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builds an HMAC-SHA256 signed request over amount, a unique transaction UUID, and product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420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auto-submitting form opens in the default browser and posts straight to eSewa's sandbox endpoint.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eSewa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5420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completes payment on eSewa's own hosted page — SmartBus never touches eSewa credentials.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994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redirects to a local HTTP server (127.0.0.1) that SmartBus spins up just to catch that one redirect.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023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5994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SmartBus recomputes the HMAC signature itself and checks UUID, amount and status before trusting the result.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023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58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0050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Wallet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59943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independent verification does the passenger's wallet balance update.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credentials only exist inside eSewa's public UAT sandbox — nothing here is a production secret, and going live only means swapping merchant credentials.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file store, careful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EAF8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writes to a temp file, fsyncs it, then os.replace()s the real file — a crash mid-write can never leave a half-written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EAF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Reload-before-increment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060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adding a fare to a driver's revenue, the app reloads drivers.json from disk — so a concurrent Super Admin edit isn't silently overwritten.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EAF8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61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and driver passwords are stored as SHA-256 hashes, never in plain text, in passengers.json / drivers.json.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06908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343400"/>
            <a:ext cx="502920" cy="502920"/>
          </a:xfrm>
          <a:prstGeom prst="ellipse">
            <a:avLst/>
          </a:prstGeom>
          <a:solidFill>
            <a:srgbClr val="EAF8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61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9377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ride is appended to transactions.json — survives app restarts and powers the admin revenue views.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admin can do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67919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328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drivers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8254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remove driver accounts, each tied to a bus ID.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355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passenger passwords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6484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access without touching a passenger's face profile.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32511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178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a glance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71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Revenue and All-Time Revenue, refreshed on demand.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514807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001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 data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2943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list reloads from disk on every refresh — no stale view.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23760" y="1737360"/>
            <a:ext cx="4389120" cy="4206240"/>
          </a:xfrm>
          <a:prstGeom prst="roundRect">
            <a:avLst>
              <a:gd name="adj" fmla="val 2174"/>
            </a:avLst>
          </a:prstGeom>
          <a:solidFill>
            <a:srgbClr val="0F2747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201168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password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via the SMARTBUS_ADMIN_PASSWORD environment variable, so it never has to be hard-coded for a real deployment.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114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C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super123 fallback is kept only for running the project on a laptop during judging.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Tkinter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and the desktop GUI across all three apps.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cascades for face/eye detection, LBPH for face recognition.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56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handling for the camera feed and captured face photos.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97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atomic I/O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54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passengers.json / drivers.json / transactions.json as the shared data store.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197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(SHA-256)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754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password hashing for both passengers and drivers.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06240"/>
            <a:ext cx="457200" cy="457200"/>
          </a:xfrm>
          <a:prstGeom prst="ellipse">
            <a:avLst/>
          </a:prstGeom>
          <a:solidFill>
            <a:srgbClr val="EAF2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197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ePay v2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754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HMAC-SHA256-signed sandbox payment flow with a local verification server.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FF7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93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 up front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files, not a real database — fine for a hackathon demo, not for concurrent multi-bus scale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needs a clear frontal face and reasonable lighting — glare or an extreme angle can still cause a missed match and prompt a manual re-scan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master admin password model rather than per-admin accounts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F274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93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from here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SQLite/PostgreSQL for real multi-bus, multi-admin concurrency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simulated bus-distance stepper with real GPS/odometer tracking for live distance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eSewa integration from sandbox to live merchant credentials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Per-admin accounts and an audit log of admin actions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 Recording 2026-09-06 215842 (1)">
            <a:hlinkClick r:id="" action="ppaction://media"/>
            <a:extLst>
              <a:ext uri="{FF2B5EF4-FFF2-40B4-BE49-F238E27FC236}">
                <a16:creationId xmlns:a16="http://schemas.microsoft.com/office/drawing/2014/main" id="{8FE6E2A7-A100-D46F-4CE4-BA803D5361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77800"/>
            <a:ext cx="12192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6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18872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37276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SmartBus — Let's watch it board, ride, and pay a passenger live.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8636" y="3977640"/>
            <a:ext cx="201168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9C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1822</Words>
  <Application>Microsoft Office PowerPoint</Application>
  <PresentationFormat>Widescreen</PresentationFormat>
  <Paragraphs>251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Safal Bhandari</cp:lastModifiedBy>
  <cp:revision>4</cp:revision>
  <dcterms:created xsi:type="dcterms:W3CDTF">2026-09-07T01:17:29Z</dcterms:created>
  <dcterms:modified xsi:type="dcterms:W3CDTF">2026-09-07T02:03:27Z</dcterms:modified>
</cp:coreProperties>
</file>